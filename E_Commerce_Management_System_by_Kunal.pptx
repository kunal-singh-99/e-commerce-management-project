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400" b="1">
                <a:solidFill>
                  <a:srgbClr val="FFFFFF"/>
                </a:solidFill>
              </a:defRPr>
            </a:pPr>
            <a:r>
              <a:t>E-Commerce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0099FF"/>
                </a:solidFill>
              </a:defRPr>
            </a:pPr>
            <a:r>
              <a:t>Kunal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0099FF"/>
                </a:solidFill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E6E6E6"/>
                </a:solidFill>
              </a:defRPr>
            </a:pPr>
            <a:r>
              <a:t>• A console-based E-Commerce system built using Python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• Allows management of employees, customers, and products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• Implements login, product management, and sales tracking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• Data handled using CSV files for simplicity and portability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0099FF"/>
                </a:solidFill>
              </a:defRPr>
            </a:pPr>
            <a:r>
              <a:t>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E6E6E6"/>
                </a:solidFill>
              </a:defRPr>
            </a:pPr>
            <a:r>
              <a:t>• Employee Module – Manage products and employee logins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• Customer Module – View, buy, and checkout products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• Sales Module – Record and view sales history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• Cart System – Add, delete, and manage cart items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0099FF"/>
                </a:solidFill>
              </a:defRPr>
            </a:pPr>
            <a: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E6E6E6"/>
                </a:solidFill>
              </a:defRPr>
            </a:pPr>
            <a:r>
              <a:t>• Secure employee login system using CSV-based authentication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• CRUD operations for employees and products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• Automated billing and checkout system with timestamp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• Sales tracking and past order viewing functionality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• Color-coded and interactive CLI experience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0099FF"/>
                </a:solidFill>
              </a:defRPr>
            </a:pPr>
            <a:r>
              <a:t>Technologies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E6E6E6"/>
                </a:solidFill>
              </a:defRPr>
            </a:pPr>
            <a:r>
              <a:t>• Programming Language: Python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• Libraries: csv, datetime, getpass, colorama, playsound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• File Handling for persistent storage (CSV-based)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• Command-line interface (CLI) with colorful feedback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0099FF"/>
                </a:solidFill>
              </a:defRPr>
            </a:pPr>
            <a:r>
              <a:t>System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E6E6E6"/>
                </a:solidFill>
              </a:defRPr>
            </a:pPr>
            <a:r>
              <a:t>• Main Menu → Employee / Customer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• Employee → Manage Products, Employees, Sales Data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• Customer → View Products, Add to Cart, Checkout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• Checkout → Record sales in Sales.csv and clear cart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0099FF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E6E6E6"/>
                </a:solidFill>
              </a:defRPr>
            </a:pPr>
            <a:r>
              <a:t>• A complete, functional E-Commerce system built from scratch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• Demonstrates strong understanding of file handling and data management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• Can be further expanded with a GUI or database integration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